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8d58f1e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8d58f1e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d58f1e9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d58f1e9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8d58f1e9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8d58f1e9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8d58f1e9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8d58f1e9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d58f1e9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8d58f1e9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8d58f1e9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8d58f1e9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d58f1e94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8d58f1e94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8d58f1e94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8d58f1e94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d58f1e94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d58f1e94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d58f1e9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8d58f1e9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d58f1e9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8d58f1e9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d58f1e9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8d58f1e9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8d58f1e94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8d58f1e94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8d58f1e94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8d58f1e94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8d58f1e94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8d58f1e94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d58f1e94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8d58f1e94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8d58f1e94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8d58f1e94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8d58f1e94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8d58f1e9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8d58f1e94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8d58f1e94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8d58f1e94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8d58f1e94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8d58f1e9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8d58f1e9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395"/>
            <a:ext cx="9144003" cy="511671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idx="4294967295" type="ctrTitle"/>
          </p:nvPr>
        </p:nvSpPr>
        <p:spPr>
          <a:xfrm>
            <a:off x="2282850" y="1457075"/>
            <a:ext cx="4578300" cy="8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241 </a:t>
            </a:r>
            <a:r>
              <a:rPr lang="en">
                <a:solidFill>
                  <a:schemeClr val="lt1"/>
                </a:solidFill>
              </a:rPr>
              <a:t>Project - Snake Game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>
            <p:ph idx="4294967295" type="subTitle"/>
          </p:nvPr>
        </p:nvSpPr>
        <p:spPr>
          <a:xfrm>
            <a:off x="3363300" y="2882450"/>
            <a:ext cx="2417400" cy="4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Wenda Lou &amp; Zhecheng Yin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539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Game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1393050"/>
            <a:ext cx="6774300" cy="13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400">
                <a:solidFill>
                  <a:srgbClr val="000000"/>
                </a:solidFill>
              </a:rPr>
              <a:t>The game asks the user to control the direction of the snake to avoid hitting the wall or itself while eating “fruits” to get a score and grow bigger.</a:t>
            </a:r>
            <a:endParaRPr sz="17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The inspiration</a:t>
            </a:r>
            <a:r>
              <a:rPr lang="en" sz="1400">
                <a:solidFill>
                  <a:schemeClr val="dk2"/>
                </a:solidFill>
              </a:rPr>
              <a:t> comes from the 1978 game </a:t>
            </a:r>
            <a:r>
              <a:rPr i="1" lang="en" sz="1400">
                <a:solidFill>
                  <a:schemeClr val="dk2"/>
                </a:solidFill>
              </a:rPr>
              <a:t>Blockade</a:t>
            </a:r>
            <a:r>
              <a:rPr lang="en" sz="1400">
                <a:solidFill>
                  <a:schemeClr val="dk2"/>
                </a:solidFill>
              </a:rPr>
              <a:t> and the 1998 game S</a:t>
            </a:r>
            <a:r>
              <a:rPr i="1" lang="en" sz="1400">
                <a:solidFill>
                  <a:schemeClr val="dk2"/>
                </a:solidFill>
              </a:rPr>
              <a:t>nake</a:t>
            </a:r>
            <a:endParaRPr i="1" sz="1400">
              <a:solidFill>
                <a:schemeClr val="dk2"/>
              </a:solidFill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1300" y="2571750"/>
            <a:ext cx="3526995" cy="206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2600" y="515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Game - Overview 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625" y="1255175"/>
            <a:ext cx="5260740" cy="37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800300" y="560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 - PS2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7650" y="12783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3 Verilog modules: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Receiving</a:t>
            </a:r>
            <a:r>
              <a:rPr lang="en" sz="1400">
                <a:solidFill>
                  <a:schemeClr val="dk2"/>
                </a:solidFill>
              </a:rPr>
              <a:t> Module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Receive raw bits from keyboard 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Identifying  Module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Identify the keys pressed on keyboards (arrow keys, enter etc.)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Decoding Module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Decode key </a:t>
            </a:r>
            <a:r>
              <a:rPr lang="en" sz="1400">
                <a:solidFill>
                  <a:schemeClr val="dk2"/>
                </a:solidFill>
              </a:rPr>
              <a:t>input to actual direction for main logic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Prevents illegal movements (go left from right)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108" name="Google Shape;108;p16" title="Copy of FPGA Clk 50 MHz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538" y="3474325"/>
            <a:ext cx="7356924" cy="9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7650" y="553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Logic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7650" y="1327825"/>
            <a:ext cx="7688700" cy="26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Use the direction command from user to guide the direction of snake 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Set the initial position at the middle of </a:t>
            </a:r>
            <a:r>
              <a:rPr lang="en" sz="1400">
                <a:solidFill>
                  <a:schemeClr val="dk2"/>
                </a:solidFill>
              </a:rPr>
              <a:t>the screen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40 * 30 grid from 640x480 screen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Change x-y position in the correct direction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Moving speed varies with scores – speed up for every 5 fruit eaten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Done by calling movement block at different frequency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8 game ticks per second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Move one grid every 4/2/1 ticks to control speed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7650" y="560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Logic 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7650" y="1363325"/>
            <a:ext cx="7688700" cy="17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The code detects 2 types of collision every time when doing movement: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Collision with the wall (boundary of screen)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Check the snake head position for next move – does it cross the boundary?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Collision with itself (snake body)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Snake body is stored in a list containing its position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Check the snake head’s next position through the vector for any overlapping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121" name="Google Shape;121;p18" title="Copy of FPGA Clk 50 MHz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450" y="3070625"/>
            <a:ext cx="5631097" cy="17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7650" y="567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 Logic 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7650" y="13775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If the snake head’s next position is </a:t>
            </a:r>
            <a:r>
              <a:rPr lang="en" sz="1400">
                <a:solidFill>
                  <a:schemeClr val="dk2"/>
                </a:solidFill>
              </a:rPr>
              <a:t>fruit: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The fruit will be “eaten”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If the fruit has been “eaten” 5 times, tell the code to speed up.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Score will increased by 1 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The score will be shown on the  HEX display on FPGA board in decimals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75" y="2699774"/>
            <a:ext cx="6705450" cy="2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7650" y="60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Body Logic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7650" y="1278325"/>
            <a:ext cx="7688700" cy="26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Snake body is a list of position (grid) cells, with the head being the first element.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By default the snake has a length of 3 (1 head block and 2 body blocks)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Actions: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Movement: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Each body </a:t>
            </a:r>
            <a:r>
              <a:rPr lang="en" sz="1400">
                <a:solidFill>
                  <a:schemeClr val="dk2"/>
                </a:solidFill>
              </a:rPr>
              <a:t>segments is overwritten by the position of its previous segment </a:t>
            </a:r>
            <a:endParaRPr sz="1400"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i.e. body2 &lt;= body1, body3 &lt;= body2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Head is changed to the new position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Growth: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Length increased by 1 (new segment created at the end)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The last segment’s position will be assigned by the previous tail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900" y="3948925"/>
            <a:ext cx="2692200" cy="9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 Logic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2078875"/>
            <a:ext cx="7688700" cy="27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fruit </a:t>
            </a:r>
            <a:r>
              <a:rPr lang="en" sz="1400"/>
              <a:t>position logic</a:t>
            </a:r>
            <a:r>
              <a:rPr lang="en" sz="1400"/>
              <a:t> is generated through a LFSR (Linear Feedback Shift register), </a:t>
            </a:r>
            <a:r>
              <a:rPr lang="en" sz="1400"/>
              <a:t>basically</a:t>
            </a:r>
            <a:r>
              <a:rPr lang="en" sz="1400"/>
              <a:t> it’s producing a pseudo-random coordinates with each movement</a:t>
            </a:r>
            <a:endParaRPr sz="1400"/>
          </a:p>
          <a:p>
            <a:pPr indent="-3175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 calculate the Manhattan distance using these coordinate candidates, try to pick the </a:t>
            </a:r>
            <a:r>
              <a:rPr lang="en" sz="1400"/>
              <a:t>furthest</a:t>
            </a:r>
            <a:r>
              <a:rPr lang="en" sz="1400"/>
              <a:t> coordinates with snake’s head, and make sure it won’t generate on the boundary or snake body.</a:t>
            </a:r>
            <a:endParaRPr sz="1400"/>
          </a:p>
          <a:p>
            <a:pPr indent="-3175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If all random candidates are not satisfied, we also make a fallback strategy to generate the fruit at the corner of the board.</a:t>
            </a:r>
            <a:endParaRPr sz="1400"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250" y="1079325"/>
            <a:ext cx="3930892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Occupancy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2078875"/>
            <a:ext cx="3921600" cy="26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Snake occupancy module responsible for maintaining a live map, which grid cell are occupied by the snake’s body</a:t>
            </a:r>
            <a:endParaRPr sz="1400"/>
          </a:p>
          <a:p>
            <a:pPr indent="-3175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Instead of rebuilding the entire screen, it only updates the new head position and clearing the old tail during normal movement</a:t>
            </a:r>
            <a:endParaRPr sz="1400"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925" y="1565575"/>
            <a:ext cx="367665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6649725" y="2769075"/>
            <a:ext cx="1869900" cy="8484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729450" y="1318650"/>
            <a:ext cx="4692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VGA CLK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729450" y="2306900"/>
            <a:ext cx="7184100" cy="21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pixel clock for VGA display, controlling when each pixel drawn onto the screen at 25 MHz frequency.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Each clock cycle will draw 1 pixel onto the screen and this clock ensure to display (640*480) pixels in 1/60 second.</a:t>
            </a:r>
            <a:endParaRPr sz="1700"/>
          </a:p>
        </p:txBody>
      </p:sp>
      <p:pic>
        <p:nvPicPr>
          <p:cNvPr id="157" name="Google Shape;157;p23" title="Screenshot 2025-11-22 at 15.59.57.png"/>
          <p:cNvPicPr preferRelativeResize="0"/>
          <p:nvPr/>
        </p:nvPicPr>
        <p:blipFill rotWithShape="1">
          <a:blip r:embed="rId3">
            <a:alphaModFix/>
          </a:blip>
          <a:srcRect b="72036" l="8088" r="10617" t="0"/>
          <a:stretch/>
        </p:blipFill>
        <p:spPr>
          <a:xfrm>
            <a:off x="6039600" y="1226562"/>
            <a:ext cx="1873950" cy="85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 Tick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729450" y="2078875"/>
            <a:ext cx="5400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Accept the Clock from FPGA (50 MHz) and create a slower frequency (30 Hz) for sending signal (frame tick)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This signal plays the same role as “FPS”, making sure that VGA won’t refresh in high frequency which may cause screen flicker seriously</a:t>
            </a:r>
            <a:endParaRPr sz="1400"/>
          </a:p>
        </p:txBody>
      </p:sp>
      <p:pic>
        <p:nvPicPr>
          <p:cNvPr id="164" name="Google Shape;164;p24" title="Screenshot 2025-11-22 at 16.04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675" y="1034175"/>
            <a:ext cx="3259573" cy="847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 title="Screenshot 2025-11-22 at 16.05.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1252" y="1764828"/>
            <a:ext cx="1768187" cy="1608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Painter - FSM 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5" title="Screenshot 2025-11-22 at 16.23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78875"/>
            <a:ext cx="7688701" cy="2208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Painter - FSM -&gt; S_START_SCREEN 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729450" y="2078875"/>
            <a:ext cx="4316400" cy="28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0734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Before the game begin, painter will generate the startup screen, simultaneously, it will displays the instructions to lead the player to start the game</a:t>
            </a:r>
            <a:endParaRPr sz="1600"/>
          </a:p>
          <a:p>
            <a:pPr indent="-30734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At the middle of the screen, each pixel font is customized with (8*8). The text is achieved by reading the font’s bitmap and scaling it on VGA display</a:t>
            </a:r>
            <a:endParaRPr sz="1600"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175" y="2553225"/>
            <a:ext cx="3355950" cy="187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Painter - FSM -&gt; S_INIT_BG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After </a:t>
            </a:r>
            <a:r>
              <a:rPr lang="en" sz="1600"/>
              <a:t>pressing “Enter” on keyboard, state will walk into background initialization,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By utilizing FPGA’s clock, it will scan the entire display area pixel by pixel, drawing the black background, white boundary and get into the state of drawing fruit.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Painter - FSM -&gt; S_FRUIT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the background is </a:t>
            </a:r>
            <a:r>
              <a:rPr lang="en" sz="1600"/>
              <a:t>initialized</a:t>
            </a:r>
            <a:r>
              <a:rPr lang="en" sz="1600"/>
              <a:t>,  FSM will receive the position of the fruit that given by system, and performs a partial scan (In previous state, FSM generate a local window for fruit)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 the circle function, calculate the distance between pixel and fruit, and render the pixel into red if it belongs to the fruit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Painter - FSM -&gt; S_BODY_CELL -&gt; S_BODY_PIX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the fruit is displayed, BODY_CELL state will go over the whole screen in unit of cell (16*16 px), check if the location is occupied or not (through a signal that calculated by snake engine)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it’s occupied, it will get into BODY_PIX, which will traverse the cell (16*16 px) and sending color signal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Painter - FSM -&gt; S_GAME_OVER</a:t>
            </a:r>
            <a:endParaRPr/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729450" y="1853850"/>
            <a:ext cx="4798200" cy="29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225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Upon entering the game’s ending phase, painter will rescan the entire screen,  filling the entire display with a red background while preserving the white </a:t>
            </a:r>
            <a:r>
              <a:rPr lang="en" sz="1600"/>
              <a:t>borders</a:t>
            </a:r>
            <a:endParaRPr sz="1600"/>
          </a:p>
          <a:p>
            <a:pPr indent="-3225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Simultaneously</a:t>
            </a:r>
            <a:r>
              <a:rPr lang="en" sz="1600"/>
              <a:t>, it will render the text “GAME OVER” with the same logic as the START_SCREEN state</a:t>
            </a:r>
            <a:endParaRPr sz="1600"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300" y="2424777"/>
            <a:ext cx="2336850" cy="183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Painter - FSM -&gt; S_IDLE</a:t>
            </a:r>
            <a:endParaRPr/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state is the phase where the system waits for input, during this phase, the painter does not render anything.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It’s only detecting whether the game is begin or over, sending the FSM to the target state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Bugs during development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Wrong initial direction 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>
                <a:solidFill>
                  <a:schemeClr val="dk2"/>
                </a:solidFill>
              </a:rPr>
              <a:t>The initial direction was going left but is designed to be right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>
                <a:solidFill>
                  <a:schemeClr val="dk2"/>
                </a:solidFill>
              </a:rPr>
              <a:t>Problem: the chip identify the initial state to be 00 (set to be left, right was set to be 01)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>
                <a:solidFill>
                  <a:schemeClr val="dk2"/>
                </a:solidFill>
              </a:rPr>
              <a:t>Fix: swap left and right (00 for right, 01 for left)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Wrong speed up logic (moves 2 grid at a time)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>
                <a:solidFill>
                  <a:schemeClr val="dk2"/>
                </a:solidFill>
              </a:rPr>
              <a:t>The previous logic is set tick to be 1 and times a coefficient to speed up 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>
                <a:solidFill>
                  <a:schemeClr val="dk2"/>
                </a:solidFill>
              </a:rPr>
              <a:t>Problem: it goes 2/4 grids at a time → some of the position are never reached,  and cause serious crash near boundary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>
                <a:solidFill>
                  <a:schemeClr val="dk2"/>
                </a:solidFill>
              </a:rPr>
              <a:t>Fix: instead of times coefficient, the game tick (now set to 8) is divided by a </a:t>
            </a:r>
            <a:r>
              <a:rPr lang="en">
                <a:solidFill>
                  <a:schemeClr val="dk2"/>
                </a:solidFill>
              </a:rPr>
              <a:t>coefficient</a:t>
            </a:r>
            <a:r>
              <a:rPr lang="en">
                <a:solidFill>
                  <a:schemeClr val="dk2"/>
                </a:solidFill>
              </a:rPr>
              <a:t> so that now the snake move 1 grid every 0.5/0.25  second other than 2 grids per second.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729450" y="2078875"/>
            <a:ext cx="7688700" cy="24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Add a second snake and a mode-selection key to support both single-player and two-player gameplay.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Update the boundary collision so the white border becomes an actual obstacle instead of decoration.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Improve smoothness by switching the snake’s movement from cell-based steps to pixel-level motion.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679875" y="567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Distribution</a:t>
            </a:r>
            <a:endParaRPr/>
          </a:p>
        </p:txBody>
      </p:sp>
      <p:pic>
        <p:nvPicPr>
          <p:cNvPr id="228" name="Google Shape;2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625" y="1255175"/>
            <a:ext cx="5260740" cy="375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/>
          <p:nvPr/>
        </p:nvSpPr>
        <p:spPr>
          <a:xfrm>
            <a:off x="1758425" y="1143475"/>
            <a:ext cx="2763000" cy="38337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4592300" y="1143475"/>
            <a:ext cx="3032400" cy="3833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306075" y="1965300"/>
            <a:ext cx="115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Wenda’s Part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2" name="Google Shape;232;p34"/>
          <p:cNvCxnSpPr/>
          <p:nvPr/>
        </p:nvCxnSpPr>
        <p:spPr>
          <a:xfrm flipH="1" rot="10800000">
            <a:off x="738225" y="2432775"/>
            <a:ext cx="878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34"/>
          <p:cNvSpPr txBox="1"/>
          <p:nvPr/>
        </p:nvSpPr>
        <p:spPr>
          <a:xfrm>
            <a:off x="7808950" y="1865250"/>
            <a:ext cx="109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Zhecheng’s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4" name="Google Shape;234;p34"/>
          <p:cNvCxnSpPr/>
          <p:nvPr/>
        </p:nvCxnSpPr>
        <p:spPr>
          <a:xfrm rot="10800000">
            <a:off x="7745150" y="2446950"/>
            <a:ext cx="1041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